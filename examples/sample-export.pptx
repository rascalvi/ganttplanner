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31800" y="196850"/>
            <a:ext cx="7620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РАЗРАБОТКИ СТРАНИЦ ПОРТАЛА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431800" y="387350"/>
            <a:ext cx="84455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недельного плана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080500" y="355600"/>
            <a:ext cx="269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ОТЧЁТ ОТ 21.09.2026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9080500" y="558800"/>
            <a:ext cx="26987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21.09.2026 — 04.10.2026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800" y="806450"/>
            <a:ext cx="11442700" cy="0"/>
          </a:xfrm>
          <a:prstGeom prst="line">
            <a:avLst/>
          </a:prstGeom>
          <a:noFill/>
          <a:ln w="12700">
            <a:solidFill>
              <a:srgbClr val="D9E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04775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 / ЗАДАЧА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27400" y="876300"/>
            <a:ext cx="42354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21–27 сентябрь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14700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75" dirty="0"/>
          </a:p>
        </p:txBody>
      </p:sp>
      <p:sp>
        <p:nvSpPr>
          <p:cNvPr id="11" name="Shape 9"/>
          <p:cNvSpPr/>
          <p:nvPr/>
        </p:nvSpPr>
        <p:spPr>
          <a:xfrm>
            <a:off x="3302000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7021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275" dirty="0"/>
          </a:p>
        </p:txBody>
      </p:sp>
      <p:sp>
        <p:nvSpPr>
          <p:cNvPr id="13" name="Shape 11"/>
          <p:cNvSpPr/>
          <p:nvPr/>
        </p:nvSpPr>
        <p:spPr>
          <a:xfrm>
            <a:off x="3914321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9343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4526643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51664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75" dirty="0"/>
          </a:p>
        </p:txBody>
      </p:sp>
      <p:sp>
        <p:nvSpPr>
          <p:cNvPr id="17" name="Shape 15"/>
          <p:cNvSpPr/>
          <p:nvPr/>
        </p:nvSpPr>
        <p:spPr>
          <a:xfrm>
            <a:off x="5138964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3986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5751286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63607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6307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6363607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75929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8629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6975929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3650" y="876300"/>
            <a:ext cx="42354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28–4 октябрь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00950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588250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271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8200571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25593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8812893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37914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75" dirty="0"/>
          </a:p>
        </p:txBody>
      </p:sp>
      <p:sp>
        <p:nvSpPr>
          <p:cNvPr id="34" name="Shape 32"/>
          <p:cNvSpPr/>
          <p:nvPr/>
        </p:nvSpPr>
        <p:spPr>
          <a:xfrm>
            <a:off x="9425214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0236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10037536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49857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62557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75" dirty="0"/>
          </a:p>
        </p:txBody>
      </p:sp>
      <p:sp>
        <p:nvSpPr>
          <p:cNvPr id="39" name="Shape 37"/>
          <p:cNvSpPr/>
          <p:nvPr/>
        </p:nvSpPr>
        <p:spPr>
          <a:xfrm>
            <a:off x="10649857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262179" y="1009650"/>
            <a:ext cx="612321" cy="5397500"/>
          </a:xfrm>
          <a:prstGeom prst="rect">
            <a:avLst/>
          </a:prstGeom>
          <a:solidFill>
            <a:srgbClr val="F7F9F7"/>
          </a:solidFill>
          <a:ln w="12700">
            <a:solidFill>
              <a:srgbClr val="F7F9F7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74879" y="1123950"/>
            <a:ext cx="58692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8EA0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75" dirty="0"/>
          </a:p>
        </p:txBody>
      </p:sp>
      <p:sp>
        <p:nvSpPr>
          <p:cNvPr id="42" name="Shape 40"/>
          <p:cNvSpPr/>
          <p:nvPr/>
        </p:nvSpPr>
        <p:spPr>
          <a:xfrm>
            <a:off x="11262179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874500" y="1314450"/>
            <a:ext cx="0" cy="914400"/>
          </a:xfrm>
          <a:prstGeom prst="line">
            <a:avLst/>
          </a:prstGeom>
          <a:noFill/>
          <a:ln w="12700">
            <a:solidFill>
              <a:srgbClr val="E3E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1800" y="1333500"/>
            <a:ext cx="11442700" cy="0"/>
          </a:xfrm>
          <a:prstGeom prst="line">
            <a:avLst/>
          </a:prstGeom>
          <a:noFill/>
          <a:ln w="12700">
            <a:solidFill>
              <a:srgbClr val="CADBC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1800" y="13843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8000" y="14097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 1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2349500" y="14160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1800" y="15621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300" y="15938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Верстка страницы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158014" y="1593850"/>
            <a:ext cx="3635829" cy="120650"/>
          </a:xfrm>
          <a:prstGeom prst="roundRect">
            <a:avLst>
              <a:gd name="adj" fmla="val 21053"/>
            </a:avLst>
          </a:prstGeom>
          <a:solidFill>
            <a:srgbClr val="3979A9"/>
          </a:solidFill>
          <a:ln w="12700">
            <a:solidFill>
              <a:srgbClr val="3979A9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02464" y="1606550"/>
            <a:ext cx="35469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1800" y="17399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1800" y="17399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8000" y="17653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 2</a:t>
            </a:r>
            <a:endParaRPr lang="en-US" sz="1275" dirty="0"/>
          </a:p>
        </p:txBody>
      </p:sp>
      <p:sp>
        <p:nvSpPr>
          <p:cNvPr id="55" name="Text 53"/>
          <p:cNvSpPr/>
          <p:nvPr/>
        </p:nvSpPr>
        <p:spPr>
          <a:xfrm>
            <a:off x="2349500" y="17716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ВЕРСТКА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1800" y="19177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1800" y="1917700"/>
            <a:ext cx="11442700" cy="177800"/>
          </a:xfrm>
          <a:prstGeom prst="rect">
            <a:avLst/>
          </a:prstGeom>
          <a:solidFill>
            <a:srgbClr val="F1F6F2"/>
          </a:solidFill>
          <a:ln w="12700">
            <a:solidFill>
              <a:srgbClr val="F1F6F2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8000" y="1943100"/>
            <a:ext cx="20955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75" b="1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 3</a:t>
            </a:r>
            <a:endParaRPr lang="en-US" sz="1275" dirty="0"/>
          </a:p>
        </p:txBody>
      </p:sp>
      <p:sp>
        <p:nvSpPr>
          <p:cNvPr id="59" name="Text 57"/>
          <p:cNvSpPr/>
          <p:nvPr/>
        </p:nvSpPr>
        <p:spPr>
          <a:xfrm>
            <a:off x="2349500" y="1949450"/>
            <a:ext cx="76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31800" y="20955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2300" y="2127250"/>
            <a:ext cx="25273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 страницы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321050" y="2127250"/>
            <a:ext cx="1798864" cy="120650"/>
          </a:xfrm>
          <a:prstGeom prst="roundRect">
            <a:avLst>
              <a:gd name="adj" fmla="val 21053"/>
            </a:avLst>
          </a:prstGeom>
          <a:solidFill>
            <a:srgbClr val="50A075"/>
          </a:solidFill>
          <a:ln w="12700">
            <a:solidFill>
              <a:srgbClr val="50A075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65500" y="2139950"/>
            <a:ext cx="17099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31800" y="2273300"/>
            <a:ext cx="11442700" cy="0"/>
          </a:xfrm>
          <a:prstGeom prst="line">
            <a:avLst/>
          </a:prstGeom>
          <a:noFill/>
          <a:ln w="7620">
            <a:solidFill>
              <a:srgbClr val="E3EC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08000" y="6508750"/>
            <a:ext cx="1270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ЗАДАЧ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190500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9AAEA4"/>
          </a:solidFill>
          <a:ln w="12700">
            <a:solidFill>
              <a:srgbClr val="9AAEA4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3200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Ожидает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314325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3979A9"/>
          </a:solidFill>
          <a:ln w="12700">
            <a:solidFill>
              <a:srgbClr val="3979A9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7025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работе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38150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50A075"/>
          </a:solidFill>
          <a:ln w="12700">
            <a:solidFill>
              <a:srgbClr val="50A075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0850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Выполнена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619750" y="6534150"/>
            <a:ext cx="82550" cy="82550"/>
          </a:xfrm>
          <a:prstGeom prst="roundRect">
            <a:avLst>
              <a:gd name="adj" fmla="val 23077"/>
            </a:avLst>
          </a:prstGeom>
          <a:solidFill>
            <a:srgbClr val="A98959"/>
          </a:solidFill>
          <a:ln w="12700">
            <a:solidFill>
              <a:srgbClr val="A98959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746750" y="6508750"/>
            <a:ext cx="9525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Текучка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1176000" y="6508750"/>
            <a:ext cx="6667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8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График задач команды</dc:title>
  <dc:subject>План разработки страниц портала</dc:subject>
  <dc:creator>Планы разработки страниц</dc:creator>
  <cp:lastModifiedBy>Планы разработки страниц</cp:lastModifiedBy>
  <cp:revision>1</cp:revision>
  <dcterms:created xsi:type="dcterms:W3CDTF">2026-09-23T13:23:45Z</dcterms:created>
  <dcterms:modified xsi:type="dcterms:W3CDTF">2026-09-23T13:23:45Z</dcterms:modified>
</cp:coreProperties>
</file>