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1800" y="196850"/>
            <a:ext cx="762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E86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ПЛАН РАЗРАБОТКИ СТРАНИЦ ПОРТАЛА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431800" y="387350"/>
            <a:ext cx="844550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3A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Пример недельного плана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080500" y="355600"/>
            <a:ext cx="269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183A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ОТЧЁТ ОТ 21.09.2026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9080500" y="558800"/>
            <a:ext cx="269875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86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21.09.2026 — 04.10.2026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1800" y="806450"/>
            <a:ext cx="11442700" cy="0"/>
          </a:xfrm>
          <a:prstGeom prst="line">
            <a:avLst/>
          </a:prstGeom>
          <a:noFill/>
          <a:ln w="12700">
            <a:solidFill>
              <a:srgbClr val="D9E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8000" y="1047750"/>
            <a:ext cx="254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E86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СОТРУДНИК / ЗАДАЧА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27400" y="876300"/>
            <a:ext cx="423545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3A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21–27 сентябрь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14700" y="1123950"/>
            <a:ext cx="58692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83A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</a:t>
            </a:r>
            <a:endParaRPr lang="en-US" sz="1275" dirty="0"/>
          </a:p>
        </p:txBody>
      </p:sp>
      <p:sp>
        <p:nvSpPr>
          <p:cNvPr id="11" name="Shape 9"/>
          <p:cNvSpPr/>
          <p:nvPr/>
        </p:nvSpPr>
        <p:spPr>
          <a:xfrm>
            <a:off x="3302000" y="1314450"/>
            <a:ext cx="0" cy="914400"/>
          </a:xfrm>
          <a:prstGeom prst="line">
            <a:avLst/>
          </a:prstGeom>
          <a:noFill/>
          <a:ln w="12700">
            <a:solidFill>
              <a:srgbClr val="E3E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27021" y="1123950"/>
            <a:ext cx="58692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83A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3914321" y="1314450"/>
            <a:ext cx="0" cy="914400"/>
          </a:xfrm>
          <a:prstGeom prst="line">
            <a:avLst/>
          </a:prstGeom>
          <a:noFill/>
          <a:ln w="12700">
            <a:solidFill>
              <a:srgbClr val="E3EC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9343" y="1123950"/>
            <a:ext cx="58692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83A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23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4526643" y="1314450"/>
            <a:ext cx="0" cy="914400"/>
          </a:xfrm>
          <a:prstGeom prst="line">
            <a:avLst/>
          </a:prstGeom>
          <a:noFill/>
          <a:ln w="12700">
            <a:solidFill>
              <a:srgbClr val="E3EC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51664" y="1123950"/>
            <a:ext cx="58692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83A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24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5138964" y="1314450"/>
            <a:ext cx="0" cy="914400"/>
          </a:xfrm>
          <a:prstGeom prst="line">
            <a:avLst/>
          </a:prstGeom>
          <a:noFill/>
          <a:ln w="12700">
            <a:solidFill>
              <a:srgbClr val="E3E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3986" y="1123950"/>
            <a:ext cx="58692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83A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5751286" y="1314450"/>
            <a:ext cx="0" cy="914400"/>
          </a:xfrm>
          <a:prstGeom prst="line">
            <a:avLst/>
          </a:prstGeom>
          <a:noFill/>
          <a:ln w="12700">
            <a:solidFill>
              <a:srgbClr val="E3EC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63607" y="1009650"/>
            <a:ext cx="612321" cy="5397500"/>
          </a:xfrm>
          <a:prstGeom prst="rect">
            <a:avLst/>
          </a:prstGeom>
          <a:solidFill>
            <a:srgbClr val="F7F9F7"/>
          </a:solidFill>
          <a:ln w="12700">
            <a:solidFill>
              <a:srgbClr val="F7F9F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6307" y="1123950"/>
            <a:ext cx="58692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8EA09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6363607" y="1314450"/>
            <a:ext cx="0" cy="914400"/>
          </a:xfrm>
          <a:prstGeom prst="line">
            <a:avLst/>
          </a:prstGeom>
          <a:noFill/>
          <a:ln w="12700">
            <a:solidFill>
              <a:srgbClr val="E3EC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75929" y="1009650"/>
            <a:ext cx="612321" cy="5397500"/>
          </a:xfrm>
          <a:prstGeom prst="rect">
            <a:avLst/>
          </a:prstGeom>
          <a:solidFill>
            <a:srgbClr val="F7F9F7"/>
          </a:solidFill>
          <a:ln w="12700">
            <a:solidFill>
              <a:srgbClr val="F7F9F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88629" y="1123950"/>
            <a:ext cx="58692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8EA09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27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6975929" y="1314450"/>
            <a:ext cx="0" cy="914400"/>
          </a:xfrm>
          <a:prstGeom prst="line">
            <a:avLst/>
          </a:prstGeom>
          <a:noFill/>
          <a:ln w="12700">
            <a:solidFill>
              <a:srgbClr val="E3EC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13650" y="876300"/>
            <a:ext cx="423545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83A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28–4 октябрь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600950" y="1123950"/>
            <a:ext cx="58692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83A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28</a:t>
            </a:r>
            <a:endParaRPr lang="en-US" sz="1275" dirty="0"/>
          </a:p>
        </p:txBody>
      </p:sp>
      <p:sp>
        <p:nvSpPr>
          <p:cNvPr id="28" name="Shape 26"/>
          <p:cNvSpPr/>
          <p:nvPr/>
        </p:nvSpPr>
        <p:spPr>
          <a:xfrm>
            <a:off x="7588250" y="1314450"/>
            <a:ext cx="0" cy="914400"/>
          </a:xfrm>
          <a:prstGeom prst="line">
            <a:avLst/>
          </a:prstGeom>
          <a:noFill/>
          <a:ln w="12700">
            <a:solidFill>
              <a:srgbClr val="E3EC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13271" y="1123950"/>
            <a:ext cx="58692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83A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29</a:t>
            </a:r>
            <a:endParaRPr lang="en-US" sz="1275" dirty="0"/>
          </a:p>
        </p:txBody>
      </p:sp>
      <p:sp>
        <p:nvSpPr>
          <p:cNvPr id="30" name="Shape 28"/>
          <p:cNvSpPr/>
          <p:nvPr/>
        </p:nvSpPr>
        <p:spPr>
          <a:xfrm>
            <a:off x="8200571" y="1314450"/>
            <a:ext cx="0" cy="914400"/>
          </a:xfrm>
          <a:prstGeom prst="line">
            <a:avLst/>
          </a:prstGeom>
          <a:noFill/>
          <a:ln w="12700">
            <a:solidFill>
              <a:srgbClr val="E3EC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25593" y="1123950"/>
            <a:ext cx="58692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83A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8812893" y="1314450"/>
            <a:ext cx="0" cy="914400"/>
          </a:xfrm>
          <a:prstGeom prst="line">
            <a:avLst/>
          </a:prstGeom>
          <a:noFill/>
          <a:ln w="12700">
            <a:solidFill>
              <a:srgbClr val="E3EC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37914" y="1123950"/>
            <a:ext cx="58692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83A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75" dirty="0"/>
          </a:p>
        </p:txBody>
      </p:sp>
      <p:sp>
        <p:nvSpPr>
          <p:cNvPr id="34" name="Shape 32"/>
          <p:cNvSpPr/>
          <p:nvPr/>
        </p:nvSpPr>
        <p:spPr>
          <a:xfrm>
            <a:off x="9425214" y="1314450"/>
            <a:ext cx="0" cy="914400"/>
          </a:xfrm>
          <a:prstGeom prst="line">
            <a:avLst/>
          </a:prstGeom>
          <a:noFill/>
          <a:ln w="12700">
            <a:solidFill>
              <a:srgbClr val="E3EC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0236" y="1123950"/>
            <a:ext cx="58692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83A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75" dirty="0"/>
          </a:p>
        </p:txBody>
      </p:sp>
      <p:sp>
        <p:nvSpPr>
          <p:cNvPr id="36" name="Shape 34"/>
          <p:cNvSpPr/>
          <p:nvPr/>
        </p:nvSpPr>
        <p:spPr>
          <a:xfrm>
            <a:off x="10037536" y="1314450"/>
            <a:ext cx="0" cy="914400"/>
          </a:xfrm>
          <a:prstGeom prst="line">
            <a:avLst/>
          </a:prstGeom>
          <a:noFill/>
          <a:ln w="12700">
            <a:solidFill>
              <a:srgbClr val="E3EC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649857" y="1009650"/>
            <a:ext cx="612321" cy="5397500"/>
          </a:xfrm>
          <a:prstGeom prst="rect">
            <a:avLst/>
          </a:prstGeom>
          <a:solidFill>
            <a:srgbClr val="F7F9F7"/>
          </a:solidFill>
          <a:ln w="12700">
            <a:solidFill>
              <a:srgbClr val="F7F9F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62557" y="1123950"/>
            <a:ext cx="58692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8EA09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275" dirty="0"/>
          </a:p>
        </p:txBody>
      </p:sp>
      <p:sp>
        <p:nvSpPr>
          <p:cNvPr id="39" name="Shape 37"/>
          <p:cNvSpPr/>
          <p:nvPr/>
        </p:nvSpPr>
        <p:spPr>
          <a:xfrm>
            <a:off x="10649857" y="1314450"/>
            <a:ext cx="0" cy="914400"/>
          </a:xfrm>
          <a:prstGeom prst="line">
            <a:avLst/>
          </a:prstGeom>
          <a:noFill/>
          <a:ln w="12700">
            <a:solidFill>
              <a:srgbClr val="E3EC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262179" y="1009650"/>
            <a:ext cx="612321" cy="5397500"/>
          </a:xfrm>
          <a:prstGeom prst="rect">
            <a:avLst/>
          </a:prstGeom>
          <a:solidFill>
            <a:srgbClr val="F7F9F7"/>
          </a:solidFill>
          <a:ln w="12700">
            <a:solidFill>
              <a:srgbClr val="F7F9F7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274879" y="1123950"/>
            <a:ext cx="58692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8EA09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275" dirty="0"/>
          </a:p>
        </p:txBody>
      </p:sp>
      <p:sp>
        <p:nvSpPr>
          <p:cNvPr id="42" name="Shape 40"/>
          <p:cNvSpPr/>
          <p:nvPr/>
        </p:nvSpPr>
        <p:spPr>
          <a:xfrm>
            <a:off x="11262179" y="1314450"/>
            <a:ext cx="0" cy="914400"/>
          </a:xfrm>
          <a:prstGeom prst="line">
            <a:avLst/>
          </a:prstGeom>
          <a:noFill/>
          <a:ln w="12700">
            <a:solidFill>
              <a:srgbClr val="E3EC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874500" y="1314450"/>
            <a:ext cx="0" cy="914400"/>
          </a:xfrm>
          <a:prstGeom prst="line">
            <a:avLst/>
          </a:prstGeom>
          <a:noFill/>
          <a:ln w="12700">
            <a:solidFill>
              <a:srgbClr val="E3EC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1800" y="1333500"/>
            <a:ext cx="11442700" cy="0"/>
          </a:xfrm>
          <a:prstGeom prst="line">
            <a:avLst/>
          </a:prstGeom>
          <a:noFill/>
          <a:ln w="12700">
            <a:solidFill>
              <a:srgbClr val="CADBC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1800" y="1384300"/>
            <a:ext cx="11442700" cy="177800"/>
          </a:xfrm>
          <a:prstGeom prst="rect">
            <a:avLst/>
          </a:prstGeom>
          <a:solidFill>
            <a:srgbClr val="F1F6F2"/>
          </a:solidFill>
          <a:ln w="12700">
            <a:solidFill>
              <a:srgbClr val="F1F6F2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8000" y="1409700"/>
            <a:ext cx="2095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83A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Сотрудник 1</a:t>
            </a:r>
            <a:endParaRPr lang="en-US" sz="1275" dirty="0"/>
          </a:p>
        </p:txBody>
      </p:sp>
      <p:sp>
        <p:nvSpPr>
          <p:cNvPr id="47" name="Text 45"/>
          <p:cNvSpPr/>
          <p:nvPr/>
        </p:nvSpPr>
        <p:spPr>
          <a:xfrm>
            <a:off x="2349500" y="1416050"/>
            <a:ext cx="762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86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ВЕРСТКА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31800" y="1562100"/>
            <a:ext cx="11442700" cy="0"/>
          </a:xfrm>
          <a:prstGeom prst="line">
            <a:avLst/>
          </a:prstGeom>
          <a:noFill/>
          <a:ln w="7620">
            <a:solidFill>
              <a:srgbClr val="E3EC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2300" y="1593850"/>
            <a:ext cx="2527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83A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Верстка страницы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158014" y="1593850"/>
            <a:ext cx="3635829" cy="120650"/>
          </a:xfrm>
          <a:prstGeom prst="roundRect">
            <a:avLst>
              <a:gd name="adj" fmla="val 21053"/>
            </a:avLst>
          </a:prstGeom>
          <a:solidFill>
            <a:srgbClr val="3979A9"/>
          </a:solidFill>
          <a:ln w="12700">
            <a:solidFill>
              <a:srgbClr val="3979A9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02464" y="1606550"/>
            <a:ext cx="35469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Верстка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31800" y="1739900"/>
            <a:ext cx="11442700" cy="0"/>
          </a:xfrm>
          <a:prstGeom prst="line">
            <a:avLst/>
          </a:prstGeom>
          <a:noFill/>
          <a:ln w="7620">
            <a:solidFill>
              <a:srgbClr val="E3ECE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31800" y="1739900"/>
            <a:ext cx="11442700" cy="177800"/>
          </a:xfrm>
          <a:prstGeom prst="rect">
            <a:avLst/>
          </a:prstGeom>
          <a:solidFill>
            <a:srgbClr val="F1F6F2"/>
          </a:solidFill>
          <a:ln w="12700">
            <a:solidFill>
              <a:srgbClr val="F1F6F2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8000" y="1765300"/>
            <a:ext cx="2095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83A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Сотрудник 2</a:t>
            </a:r>
            <a:endParaRPr lang="en-US" sz="1275" dirty="0"/>
          </a:p>
        </p:txBody>
      </p:sp>
      <p:sp>
        <p:nvSpPr>
          <p:cNvPr id="55" name="Text 53"/>
          <p:cNvSpPr/>
          <p:nvPr/>
        </p:nvSpPr>
        <p:spPr>
          <a:xfrm>
            <a:off x="2349500" y="1771650"/>
            <a:ext cx="762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86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ВЕРСТКА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31800" y="1917700"/>
            <a:ext cx="11442700" cy="0"/>
          </a:xfrm>
          <a:prstGeom prst="line">
            <a:avLst/>
          </a:prstGeom>
          <a:noFill/>
          <a:ln w="7620">
            <a:solidFill>
              <a:srgbClr val="E3ECE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1800" y="1917700"/>
            <a:ext cx="11442700" cy="177800"/>
          </a:xfrm>
          <a:prstGeom prst="rect">
            <a:avLst/>
          </a:prstGeom>
          <a:solidFill>
            <a:srgbClr val="F1F6F2"/>
          </a:solidFill>
          <a:ln w="12700">
            <a:solidFill>
              <a:srgbClr val="F1F6F2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8000" y="1943100"/>
            <a:ext cx="2095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183A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Сотрудник 3</a:t>
            </a:r>
            <a:endParaRPr lang="en-US" sz="1275" dirty="0"/>
          </a:p>
        </p:txBody>
      </p:sp>
      <p:sp>
        <p:nvSpPr>
          <p:cNvPr id="59" name="Text 57"/>
          <p:cNvSpPr/>
          <p:nvPr/>
        </p:nvSpPr>
        <p:spPr>
          <a:xfrm>
            <a:off x="2349500" y="1949450"/>
            <a:ext cx="762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86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ДИЗАЙН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31800" y="2095500"/>
            <a:ext cx="11442700" cy="0"/>
          </a:xfrm>
          <a:prstGeom prst="line">
            <a:avLst/>
          </a:prstGeom>
          <a:noFill/>
          <a:ln w="7620">
            <a:solidFill>
              <a:srgbClr val="E3ECE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2300" y="2127250"/>
            <a:ext cx="2527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83A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Дизайн страницы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321050" y="2127250"/>
            <a:ext cx="1798864" cy="120650"/>
          </a:xfrm>
          <a:prstGeom prst="roundRect">
            <a:avLst>
              <a:gd name="adj" fmla="val 21053"/>
            </a:avLst>
          </a:prstGeom>
          <a:solidFill>
            <a:srgbClr val="50A075"/>
          </a:solidFill>
          <a:ln w="12700">
            <a:solidFill>
              <a:srgbClr val="50A075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65500" y="2139950"/>
            <a:ext cx="17099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Дизайн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31800" y="2273300"/>
            <a:ext cx="11442700" cy="0"/>
          </a:xfrm>
          <a:prstGeom prst="line">
            <a:avLst/>
          </a:prstGeom>
          <a:noFill/>
          <a:ln w="7620">
            <a:solidFill>
              <a:srgbClr val="E3ECE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8000" y="6508750"/>
            <a:ext cx="12700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E86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СОСТОЯНИЕ ЗАДАЧ</a:t>
            </a:r>
            <a:endParaRPr lang="en-US" sz="975" dirty="0"/>
          </a:p>
        </p:txBody>
      </p:sp>
      <p:sp>
        <p:nvSpPr>
          <p:cNvPr id="66" name="Shape 64"/>
          <p:cNvSpPr/>
          <p:nvPr/>
        </p:nvSpPr>
        <p:spPr>
          <a:xfrm>
            <a:off x="1905000" y="6534150"/>
            <a:ext cx="82550" cy="82550"/>
          </a:xfrm>
          <a:prstGeom prst="roundRect">
            <a:avLst>
              <a:gd name="adj" fmla="val 23077"/>
            </a:avLst>
          </a:prstGeom>
          <a:solidFill>
            <a:srgbClr val="9AAEA4"/>
          </a:solidFill>
          <a:ln w="12700">
            <a:solidFill>
              <a:srgbClr val="9AAEA4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032000" y="6508750"/>
            <a:ext cx="9525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6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Ожидает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3143250" y="6534150"/>
            <a:ext cx="82550" cy="82550"/>
          </a:xfrm>
          <a:prstGeom prst="roundRect">
            <a:avLst>
              <a:gd name="adj" fmla="val 23077"/>
            </a:avLst>
          </a:prstGeom>
          <a:solidFill>
            <a:srgbClr val="3979A9"/>
          </a:solidFill>
          <a:ln w="12700">
            <a:solidFill>
              <a:srgbClr val="3979A9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70250" y="6508750"/>
            <a:ext cx="9525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6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В работе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381500" y="6534150"/>
            <a:ext cx="82550" cy="82550"/>
          </a:xfrm>
          <a:prstGeom prst="roundRect">
            <a:avLst>
              <a:gd name="adj" fmla="val 23077"/>
            </a:avLst>
          </a:prstGeom>
          <a:solidFill>
            <a:srgbClr val="50A075"/>
          </a:solidFill>
          <a:ln w="12700">
            <a:solidFill>
              <a:srgbClr val="50A075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08500" y="6508750"/>
            <a:ext cx="9525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6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Выполнена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5619750" y="6534150"/>
            <a:ext cx="82550" cy="82550"/>
          </a:xfrm>
          <a:prstGeom prst="roundRect">
            <a:avLst>
              <a:gd name="adj" fmla="val 23077"/>
            </a:avLst>
          </a:prstGeom>
          <a:solidFill>
            <a:srgbClr val="A98959"/>
          </a:solidFill>
          <a:ln w="12700">
            <a:solidFill>
              <a:srgbClr val="A98959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746750" y="6508750"/>
            <a:ext cx="9525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6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Текучка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11176000" y="6508750"/>
            <a:ext cx="66675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86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/ 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График задач команды</dc:title>
  <dc:subject>План разработки страниц портала</dc:subject>
  <dc:creator>Планы разработки страниц</dc:creator>
  <cp:lastModifiedBy>Планы разработки страниц</cp:lastModifiedBy>
  <cp:revision>1</cp:revision>
  <dcterms:created xsi:type="dcterms:W3CDTF">2026-09-23T13:42:38Z</dcterms:created>
  <dcterms:modified xsi:type="dcterms:W3CDTF">2026-09-23T13:42:38Z</dcterms:modified>
</cp:coreProperties>
</file>