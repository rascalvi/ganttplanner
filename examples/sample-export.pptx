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7FD"/>
          </a:solidFill>
          <a:ln w="12700">
            <a:solidFill>
              <a:srgbClr val="F2F7F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3200" y="152400"/>
            <a:ext cx="11785600" cy="6553200"/>
          </a:xfrm>
          <a:prstGeom prst="roundRect">
            <a:avLst>
              <a:gd name="adj" fmla="val 2907"/>
            </a:avLst>
          </a:prstGeom>
          <a:solidFill>
            <a:srgbClr val="DDE9F8"/>
          </a:solidFill>
          <a:ln w="12700">
            <a:solidFill>
              <a:srgbClr val="DDE9F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5600" y="304800"/>
            <a:ext cx="11480800" cy="685800"/>
          </a:xfrm>
          <a:prstGeom prst="roundRect">
            <a:avLst>
              <a:gd name="adj" fmla="val 22222"/>
            </a:avLst>
          </a:prstGeom>
          <a:solidFill>
            <a:srgbClr val="C5D8F6"/>
          </a:solidFill>
          <a:ln w="12700">
            <a:solidFill>
              <a:srgbClr val="C5D8F6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44500" y="387350"/>
            <a:ext cx="7302500" cy="520700"/>
          </a:xfrm>
          <a:prstGeom prst="roundRect">
            <a:avLst>
              <a:gd name="adj" fmla="val 23171"/>
            </a:avLst>
          </a:prstGeom>
          <a:solidFill>
            <a:srgbClr val="D5E3FA"/>
          </a:solidFill>
          <a:ln w="12700">
            <a:solidFill>
              <a:srgbClr val="D5E3F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1500" y="419100"/>
            <a:ext cx="730250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26B9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ПЛАН РАЗРАБОТКИ СТРАНИЦ ПОРТАЛА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71500" y="577850"/>
            <a:ext cx="819150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Пример недельного плана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290050" y="438150"/>
            <a:ext cx="2336800" cy="425450"/>
          </a:xfrm>
          <a:prstGeom prst="roundRect">
            <a:avLst>
              <a:gd name="adj" fmla="val 28358"/>
            </a:avLst>
          </a:prstGeom>
          <a:solidFill>
            <a:srgbClr val="EDF4FE"/>
          </a:solidFill>
          <a:ln w="12700">
            <a:solidFill>
              <a:srgbClr val="EDF4FE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7050" y="495300"/>
            <a:ext cx="207645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ОТЧЁТ ОТ 21.09.2026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417050" y="666750"/>
            <a:ext cx="207645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3759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21.09.2026 — 04.10.2026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55600" y="1073150"/>
            <a:ext cx="11480800" cy="5289550"/>
          </a:xfrm>
          <a:prstGeom prst="roundRect">
            <a:avLst>
              <a:gd name="adj" fmla="val 2881"/>
            </a:avLst>
          </a:prstGeom>
          <a:solidFill>
            <a:srgbClr val="F9FBFF"/>
          </a:solidFill>
          <a:ln w="12700">
            <a:solidFill>
              <a:srgbClr val="F9FB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500" y="1149350"/>
            <a:ext cx="11303000" cy="266700"/>
          </a:xfrm>
          <a:prstGeom prst="roundRect">
            <a:avLst>
              <a:gd name="adj" fmla="val 30952"/>
            </a:avLst>
          </a:prstGeom>
          <a:solidFill>
            <a:srgbClr val="E9F1FD"/>
          </a:solidFill>
          <a:ln w="12700">
            <a:solidFill>
              <a:srgbClr val="E9F1FD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8800" y="1187450"/>
            <a:ext cx="254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63759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СОТРУДНИК / ЗАДАЧА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3327400" y="1168400"/>
            <a:ext cx="4165600" cy="107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21–27 сентябрь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14700" y="1295400"/>
            <a:ext cx="576943" cy="12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21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3302000" y="1422400"/>
            <a:ext cx="0" cy="1339850"/>
          </a:xfrm>
          <a:prstGeom prst="line">
            <a:avLst/>
          </a:prstGeom>
          <a:noFill/>
          <a:ln w="12700">
            <a:solidFill>
              <a:srgbClr val="DCE6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17043" y="1295400"/>
            <a:ext cx="576943" cy="12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22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3904343" y="1422400"/>
            <a:ext cx="0" cy="1339850"/>
          </a:xfrm>
          <a:prstGeom prst="line">
            <a:avLst/>
          </a:prstGeom>
          <a:noFill/>
          <a:ln w="12700">
            <a:solidFill>
              <a:srgbClr val="DCE6F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19386" y="1295400"/>
            <a:ext cx="576943" cy="12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4506686" y="1422400"/>
            <a:ext cx="0" cy="1339850"/>
          </a:xfrm>
          <a:prstGeom prst="line">
            <a:avLst/>
          </a:prstGeom>
          <a:noFill/>
          <a:ln w="12700">
            <a:solidFill>
              <a:srgbClr val="DCE6F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1729" y="1295400"/>
            <a:ext cx="576943" cy="12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5109029" y="1422400"/>
            <a:ext cx="0" cy="1339850"/>
          </a:xfrm>
          <a:prstGeom prst="line">
            <a:avLst/>
          </a:prstGeom>
          <a:noFill/>
          <a:ln w="12700">
            <a:solidFill>
              <a:srgbClr val="DCE6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24071" y="1295400"/>
            <a:ext cx="576943" cy="12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5711371" y="1422400"/>
            <a:ext cx="0" cy="1339850"/>
          </a:xfrm>
          <a:prstGeom prst="line">
            <a:avLst/>
          </a:prstGeom>
          <a:noFill/>
          <a:ln w="12700">
            <a:solidFill>
              <a:srgbClr val="DCE6F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13714" y="1422400"/>
            <a:ext cx="602343" cy="4902200"/>
          </a:xfrm>
          <a:prstGeom prst="rect">
            <a:avLst/>
          </a:prstGeom>
          <a:solidFill>
            <a:srgbClr val="F2F6FD"/>
          </a:solidFill>
          <a:ln w="12700">
            <a:solidFill>
              <a:srgbClr val="F2F6FD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26414" y="1295400"/>
            <a:ext cx="576943" cy="12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8C9CB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26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6313714" y="1422400"/>
            <a:ext cx="0" cy="1339850"/>
          </a:xfrm>
          <a:prstGeom prst="line">
            <a:avLst/>
          </a:prstGeom>
          <a:noFill/>
          <a:ln w="12700">
            <a:solidFill>
              <a:srgbClr val="DCE6F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16057" y="1422400"/>
            <a:ext cx="602343" cy="4902200"/>
          </a:xfrm>
          <a:prstGeom prst="rect">
            <a:avLst/>
          </a:prstGeom>
          <a:solidFill>
            <a:srgbClr val="F2F6FD"/>
          </a:solidFill>
          <a:ln w="12700">
            <a:solidFill>
              <a:srgbClr val="F2F6FD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28757" y="1295400"/>
            <a:ext cx="576943" cy="12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8C9CB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916057" y="1422400"/>
            <a:ext cx="0" cy="1339850"/>
          </a:xfrm>
          <a:prstGeom prst="line">
            <a:avLst/>
          </a:prstGeom>
          <a:noFill/>
          <a:ln w="12700">
            <a:solidFill>
              <a:srgbClr val="DCE6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3800" y="1168400"/>
            <a:ext cx="4165600" cy="107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28–4 октябрь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531100" y="1295400"/>
            <a:ext cx="576943" cy="12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7518400" y="1422400"/>
            <a:ext cx="0" cy="1339850"/>
          </a:xfrm>
          <a:prstGeom prst="line">
            <a:avLst/>
          </a:prstGeom>
          <a:noFill/>
          <a:ln w="12700">
            <a:solidFill>
              <a:srgbClr val="DCE6F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33443" y="1295400"/>
            <a:ext cx="576943" cy="12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29</a:t>
            </a:r>
            <a:endParaRPr lang="en-US" sz="1125" dirty="0"/>
          </a:p>
        </p:txBody>
      </p:sp>
      <p:sp>
        <p:nvSpPr>
          <p:cNvPr id="35" name="Shape 33"/>
          <p:cNvSpPr/>
          <p:nvPr/>
        </p:nvSpPr>
        <p:spPr>
          <a:xfrm>
            <a:off x="8120743" y="1422400"/>
            <a:ext cx="0" cy="1339850"/>
          </a:xfrm>
          <a:prstGeom prst="line">
            <a:avLst/>
          </a:prstGeom>
          <a:noFill/>
          <a:ln w="12700">
            <a:solidFill>
              <a:srgbClr val="DCE6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735786" y="1295400"/>
            <a:ext cx="576943" cy="12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8723086" y="1422400"/>
            <a:ext cx="0" cy="1339850"/>
          </a:xfrm>
          <a:prstGeom prst="line">
            <a:avLst/>
          </a:prstGeom>
          <a:noFill/>
          <a:ln w="12700">
            <a:solidFill>
              <a:srgbClr val="DCE6F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38129" y="1295400"/>
            <a:ext cx="576943" cy="12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25" dirty="0"/>
          </a:p>
        </p:txBody>
      </p:sp>
      <p:sp>
        <p:nvSpPr>
          <p:cNvPr id="39" name="Shape 37"/>
          <p:cNvSpPr/>
          <p:nvPr/>
        </p:nvSpPr>
        <p:spPr>
          <a:xfrm>
            <a:off x="9325429" y="1422400"/>
            <a:ext cx="0" cy="1339850"/>
          </a:xfrm>
          <a:prstGeom prst="line">
            <a:avLst/>
          </a:prstGeom>
          <a:noFill/>
          <a:ln w="12700">
            <a:solidFill>
              <a:srgbClr val="DCE6F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40471" y="1295400"/>
            <a:ext cx="576943" cy="12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25" dirty="0"/>
          </a:p>
        </p:txBody>
      </p:sp>
      <p:sp>
        <p:nvSpPr>
          <p:cNvPr id="41" name="Shape 39"/>
          <p:cNvSpPr/>
          <p:nvPr/>
        </p:nvSpPr>
        <p:spPr>
          <a:xfrm>
            <a:off x="9927771" y="1422400"/>
            <a:ext cx="0" cy="1339850"/>
          </a:xfrm>
          <a:prstGeom prst="line">
            <a:avLst/>
          </a:prstGeom>
          <a:noFill/>
          <a:ln w="12700">
            <a:solidFill>
              <a:srgbClr val="DCE6F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530114" y="1422400"/>
            <a:ext cx="602343" cy="4902200"/>
          </a:xfrm>
          <a:prstGeom prst="rect">
            <a:avLst/>
          </a:prstGeom>
          <a:solidFill>
            <a:srgbClr val="F2F6FD"/>
          </a:solidFill>
          <a:ln w="12700">
            <a:solidFill>
              <a:srgbClr val="F2F6FD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542814" y="1295400"/>
            <a:ext cx="576943" cy="12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8C9CB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10530114" y="1422400"/>
            <a:ext cx="0" cy="1339850"/>
          </a:xfrm>
          <a:prstGeom prst="line">
            <a:avLst/>
          </a:prstGeom>
          <a:noFill/>
          <a:ln w="12700">
            <a:solidFill>
              <a:srgbClr val="DCE6F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132457" y="1422400"/>
            <a:ext cx="602343" cy="4902200"/>
          </a:xfrm>
          <a:prstGeom prst="rect">
            <a:avLst/>
          </a:prstGeom>
          <a:solidFill>
            <a:srgbClr val="F2F6FD"/>
          </a:solidFill>
          <a:ln w="12700">
            <a:solidFill>
              <a:srgbClr val="F2F6FD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145157" y="1295400"/>
            <a:ext cx="576943" cy="12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8C9CB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25" dirty="0"/>
          </a:p>
        </p:txBody>
      </p:sp>
      <p:sp>
        <p:nvSpPr>
          <p:cNvPr id="47" name="Shape 45"/>
          <p:cNvSpPr/>
          <p:nvPr/>
        </p:nvSpPr>
        <p:spPr>
          <a:xfrm>
            <a:off x="11132457" y="1422400"/>
            <a:ext cx="0" cy="1339850"/>
          </a:xfrm>
          <a:prstGeom prst="line">
            <a:avLst/>
          </a:prstGeom>
          <a:noFill/>
          <a:ln w="12700">
            <a:solidFill>
              <a:srgbClr val="DCE6F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1734800" y="1422400"/>
            <a:ext cx="0" cy="1339850"/>
          </a:xfrm>
          <a:prstGeom prst="line">
            <a:avLst/>
          </a:prstGeom>
          <a:noFill/>
          <a:ln w="12700">
            <a:solidFill>
              <a:srgbClr val="DCE6F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44500" y="1422400"/>
            <a:ext cx="11303000" cy="0"/>
          </a:xfrm>
          <a:prstGeom prst="line">
            <a:avLst/>
          </a:prstGeom>
          <a:noFill/>
          <a:ln w="12700">
            <a:solidFill>
              <a:srgbClr val="CEDD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4500" y="1441450"/>
            <a:ext cx="11303000" cy="165100"/>
          </a:xfrm>
          <a:prstGeom prst="rect">
            <a:avLst/>
          </a:prstGeom>
          <a:solidFill>
            <a:srgbClr val="EAF2FE"/>
          </a:solidFill>
          <a:ln w="12700">
            <a:solidFill>
              <a:srgbClr val="EAF2F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33400" y="1498600"/>
            <a:ext cx="44450" cy="44450"/>
          </a:xfrm>
          <a:prstGeom prst="roundRect">
            <a:avLst>
              <a:gd name="adj" fmla="val 57143"/>
            </a:avLst>
          </a:prstGeom>
          <a:solidFill>
            <a:srgbClr val="5E83DF"/>
          </a:solidFill>
          <a:ln w="12700">
            <a:solidFill>
              <a:srgbClr val="5E83DF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7700" y="1454150"/>
            <a:ext cx="193675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Сотрудник 1</a:t>
            </a:r>
            <a:endParaRPr lang="en-US" sz="1125" dirty="0"/>
          </a:p>
        </p:txBody>
      </p:sp>
      <p:sp>
        <p:nvSpPr>
          <p:cNvPr id="53" name="Text 51"/>
          <p:cNvSpPr/>
          <p:nvPr/>
        </p:nvSpPr>
        <p:spPr>
          <a:xfrm>
            <a:off x="2330450" y="1460500"/>
            <a:ext cx="762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3759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ВЕРСТКА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44500" y="1606550"/>
            <a:ext cx="11303000" cy="0"/>
          </a:xfrm>
          <a:prstGeom prst="line">
            <a:avLst/>
          </a:prstGeom>
          <a:noFill/>
          <a:ln w="7620">
            <a:solidFill>
              <a:srgbClr val="DCE6F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41350" y="1625600"/>
            <a:ext cx="24892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Верстка страницы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128079" y="1631950"/>
            <a:ext cx="3575957" cy="114300"/>
          </a:xfrm>
          <a:prstGeom prst="roundRect">
            <a:avLst>
              <a:gd name="adj" fmla="val 44444"/>
            </a:avLst>
          </a:prstGeom>
          <a:solidFill>
            <a:srgbClr val="477CE3"/>
          </a:solidFill>
          <a:ln w="12700">
            <a:solidFill>
              <a:srgbClr val="477CE3">
                <a:alpha val="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178879" y="1638300"/>
            <a:ext cx="3474357" cy="107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Верстка</a:t>
            </a:r>
            <a:endParaRPr lang="en-US" sz="825" dirty="0"/>
          </a:p>
        </p:txBody>
      </p:sp>
      <p:sp>
        <p:nvSpPr>
          <p:cNvPr id="58" name="Shape 56"/>
          <p:cNvSpPr/>
          <p:nvPr/>
        </p:nvSpPr>
        <p:spPr>
          <a:xfrm>
            <a:off x="444500" y="1771650"/>
            <a:ext cx="11303000" cy="0"/>
          </a:xfrm>
          <a:prstGeom prst="line">
            <a:avLst/>
          </a:prstGeom>
          <a:noFill/>
          <a:ln w="7620">
            <a:solidFill>
              <a:srgbClr val="DCE6F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1350" y="1790700"/>
            <a:ext cx="24892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37F9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Текучка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3321050" y="1797050"/>
            <a:ext cx="564243" cy="114300"/>
          </a:xfrm>
          <a:prstGeom prst="roundRect">
            <a:avLst>
              <a:gd name="adj" fmla="val 44444"/>
            </a:avLst>
          </a:prstGeom>
          <a:solidFill>
            <a:srgbClr val="479DBB"/>
          </a:solidFill>
          <a:ln w="12700">
            <a:solidFill>
              <a:srgbClr val="479DBB">
                <a:alpha val="0"/>
              </a:srgbClr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371850" y="1803400"/>
            <a:ext cx="462643" cy="107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</a:t>
            </a:r>
            <a:endParaRPr lang="en-US" sz="825" dirty="0"/>
          </a:p>
        </p:txBody>
      </p:sp>
      <p:sp>
        <p:nvSpPr>
          <p:cNvPr id="62" name="Shape 60"/>
          <p:cNvSpPr/>
          <p:nvPr/>
        </p:nvSpPr>
        <p:spPr>
          <a:xfrm>
            <a:off x="7537450" y="1797050"/>
            <a:ext cx="564243" cy="114300"/>
          </a:xfrm>
          <a:prstGeom prst="roundRect">
            <a:avLst>
              <a:gd name="adj" fmla="val 44444"/>
            </a:avLst>
          </a:prstGeom>
          <a:solidFill>
            <a:srgbClr val="479DBB"/>
          </a:solidFill>
          <a:ln w="12700">
            <a:solidFill>
              <a:srgbClr val="479DBB">
                <a:alpha val="0"/>
              </a:srgbClr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588250" y="1803400"/>
            <a:ext cx="462643" cy="107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</a:t>
            </a:r>
            <a:endParaRPr lang="en-US" sz="825" dirty="0"/>
          </a:p>
        </p:txBody>
      </p:sp>
      <p:sp>
        <p:nvSpPr>
          <p:cNvPr id="64" name="Shape 62"/>
          <p:cNvSpPr/>
          <p:nvPr/>
        </p:nvSpPr>
        <p:spPr>
          <a:xfrm>
            <a:off x="444500" y="1936750"/>
            <a:ext cx="11303000" cy="0"/>
          </a:xfrm>
          <a:prstGeom prst="line">
            <a:avLst/>
          </a:prstGeom>
          <a:noFill/>
          <a:ln w="7620">
            <a:solidFill>
              <a:srgbClr val="DCE6F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4500" y="1936750"/>
            <a:ext cx="11303000" cy="165100"/>
          </a:xfrm>
          <a:prstGeom prst="rect">
            <a:avLst/>
          </a:prstGeom>
          <a:solidFill>
            <a:srgbClr val="EAF2FE"/>
          </a:solidFill>
          <a:ln w="12700">
            <a:solidFill>
              <a:srgbClr val="EAF2F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33400" y="1993900"/>
            <a:ext cx="44450" cy="44450"/>
          </a:xfrm>
          <a:prstGeom prst="roundRect">
            <a:avLst>
              <a:gd name="adj" fmla="val 57143"/>
            </a:avLst>
          </a:prstGeom>
          <a:solidFill>
            <a:srgbClr val="5E83DF"/>
          </a:solidFill>
          <a:ln w="12700">
            <a:solidFill>
              <a:srgbClr val="5E83DF">
                <a:alpha val="0"/>
              </a:srgbClr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7700" y="1949450"/>
            <a:ext cx="193675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Сотрудник 2</a:t>
            </a:r>
            <a:endParaRPr lang="en-US" sz="1125" dirty="0"/>
          </a:p>
        </p:txBody>
      </p:sp>
      <p:sp>
        <p:nvSpPr>
          <p:cNvPr id="68" name="Text 66"/>
          <p:cNvSpPr/>
          <p:nvPr/>
        </p:nvSpPr>
        <p:spPr>
          <a:xfrm>
            <a:off x="2330450" y="1955800"/>
            <a:ext cx="762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3759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ВЕРСТКА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444500" y="2101850"/>
            <a:ext cx="11303000" cy="0"/>
          </a:xfrm>
          <a:prstGeom prst="line">
            <a:avLst/>
          </a:prstGeom>
          <a:noFill/>
          <a:ln w="7620">
            <a:solidFill>
              <a:srgbClr val="DCE6F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350" y="2120900"/>
            <a:ext cx="24892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37F9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Текучка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3923393" y="2127250"/>
            <a:ext cx="564243" cy="114300"/>
          </a:xfrm>
          <a:prstGeom prst="roundRect">
            <a:avLst>
              <a:gd name="adj" fmla="val 44444"/>
            </a:avLst>
          </a:prstGeom>
          <a:solidFill>
            <a:srgbClr val="479DBB"/>
          </a:solidFill>
          <a:ln w="12700">
            <a:solidFill>
              <a:srgbClr val="479DBB">
                <a:alpha val="0"/>
              </a:srgbClr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974193" y="2133600"/>
            <a:ext cx="462643" cy="107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</a:t>
            </a:r>
            <a:endParaRPr lang="en-US" sz="825" dirty="0"/>
          </a:p>
        </p:txBody>
      </p:sp>
      <p:sp>
        <p:nvSpPr>
          <p:cNvPr id="73" name="Shape 71"/>
          <p:cNvSpPr/>
          <p:nvPr/>
        </p:nvSpPr>
        <p:spPr>
          <a:xfrm>
            <a:off x="8139793" y="2127250"/>
            <a:ext cx="564243" cy="114300"/>
          </a:xfrm>
          <a:prstGeom prst="roundRect">
            <a:avLst>
              <a:gd name="adj" fmla="val 44444"/>
            </a:avLst>
          </a:prstGeom>
          <a:solidFill>
            <a:srgbClr val="479DBB"/>
          </a:solidFill>
          <a:ln w="12700">
            <a:solidFill>
              <a:srgbClr val="479DBB">
                <a:alpha val="0"/>
              </a:srgbClr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190593" y="2133600"/>
            <a:ext cx="462643" cy="107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</a:t>
            </a:r>
            <a:endParaRPr lang="en-US" sz="825" dirty="0"/>
          </a:p>
        </p:txBody>
      </p:sp>
      <p:sp>
        <p:nvSpPr>
          <p:cNvPr id="75" name="Shape 73"/>
          <p:cNvSpPr/>
          <p:nvPr/>
        </p:nvSpPr>
        <p:spPr>
          <a:xfrm>
            <a:off x="444500" y="2266950"/>
            <a:ext cx="11303000" cy="0"/>
          </a:xfrm>
          <a:prstGeom prst="line">
            <a:avLst/>
          </a:prstGeom>
          <a:noFill/>
          <a:ln w="7620">
            <a:solidFill>
              <a:srgbClr val="DCE6F4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44500" y="2266950"/>
            <a:ext cx="11303000" cy="165100"/>
          </a:xfrm>
          <a:prstGeom prst="rect">
            <a:avLst/>
          </a:prstGeom>
          <a:solidFill>
            <a:srgbClr val="EAF2FE"/>
          </a:solidFill>
          <a:ln w="12700">
            <a:solidFill>
              <a:srgbClr val="EAF2F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33400" y="2324100"/>
            <a:ext cx="44450" cy="44450"/>
          </a:xfrm>
          <a:prstGeom prst="roundRect">
            <a:avLst>
              <a:gd name="adj" fmla="val 57143"/>
            </a:avLst>
          </a:prstGeom>
          <a:solidFill>
            <a:srgbClr val="5E83DF"/>
          </a:solidFill>
          <a:ln w="12700">
            <a:solidFill>
              <a:srgbClr val="5E83DF">
                <a:alpha val="0"/>
              </a:srgbClr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7700" y="2279650"/>
            <a:ext cx="193675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Сотрудник 3</a:t>
            </a:r>
            <a:endParaRPr lang="en-US" sz="1125" dirty="0"/>
          </a:p>
        </p:txBody>
      </p:sp>
      <p:sp>
        <p:nvSpPr>
          <p:cNvPr id="79" name="Text 77"/>
          <p:cNvSpPr/>
          <p:nvPr/>
        </p:nvSpPr>
        <p:spPr>
          <a:xfrm>
            <a:off x="2330450" y="2286000"/>
            <a:ext cx="762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3759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ДИЗАЙН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444500" y="2432050"/>
            <a:ext cx="11303000" cy="0"/>
          </a:xfrm>
          <a:prstGeom prst="line">
            <a:avLst/>
          </a:prstGeom>
          <a:noFill/>
          <a:ln w="7620">
            <a:solidFill>
              <a:srgbClr val="DCE6F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41350" y="2451100"/>
            <a:ext cx="24892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Дизайн страницы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3321050" y="2457450"/>
            <a:ext cx="1768929" cy="114300"/>
          </a:xfrm>
          <a:prstGeom prst="roundRect">
            <a:avLst>
              <a:gd name="adj" fmla="val 44444"/>
            </a:avLst>
          </a:prstGeom>
          <a:solidFill>
            <a:srgbClr val="7165D9"/>
          </a:solidFill>
          <a:ln w="12700">
            <a:solidFill>
              <a:srgbClr val="7165D9">
                <a:alpha val="0"/>
              </a:srgbClr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371850" y="2463800"/>
            <a:ext cx="1667329" cy="107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Дизайн</a:t>
            </a:r>
            <a:endParaRPr lang="en-US" sz="825" dirty="0"/>
          </a:p>
        </p:txBody>
      </p:sp>
      <p:sp>
        <p:nvSpPr>
          <p:cNvPr id="84" name="Shape 82"/>
          <p:cNvSpPr/>
          <p:nvPr/>
        </p:nvSpPr>
        <p:spPr>
          <a:xfrm>
            <a:off x="444500" y="2597150"/>
            <a:ext cx="11303000" cy="0"/>
          </a:xfrm>
          <a:prstGeom prst="line">
            <a:avLst/>
          </a:prstGeom>
          <a:noFill/>
          <a:ln w="7620">
            <a:solidFill>
              <a:srgbClr val="DCE6F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41350" y="2616200"/>
            <a:ext cx="24892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37F9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Текучка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4525736" y="2622550"/>
            <a:ext cx="564243" cy="114300"/>
          </a:xfrm>
          <a:prstGeom prst="roundRect">
            <a:avLst>
              <a:gd name="adj" fmla="val 44444"/>
            </a:avLst>
          </a:prstGeom>
          <a:solidFill>
            <a:srgbClr val="479DBB"/>
          </a:solidFill>
          <a:ln w="12700">
            <a:solidFill>
              <a:srgbClr val="479DBB">
                <a:alpha val="0"/>
              </a:srgbClr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576536" y="2628900"/>
            <a:ext cx="462643" cy="107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</a:t>
            </a:r>
            <a:endParaRPr lang="en-US" sz="825" dirty="0"/>
          </a:p>
        </p:txBody>
      </p:sp>
      <p:sp>
        <p:nvSpPr>
          <p:cNvPr id="88" name="Shape 86"/>
          <p:cNvSpPr/>
          <p:nvPr/>
        </p:nvSpPr>
        <p:spPr>
          <a:xfrm>
            <a:off x="8742136" y="2622550"/>
            <a:ext cx="564243" cy="114300"/>
          </a:xfrm>
          <a:prstGeom prst="roundRect">
            <a:avLst>
              <a:gd name="adj" fmla="val 44444"/>
            </a:avLst>
          </a:prstGeom>
          <a:solidFill>
            <a:srgbClr val="479DBB"/>
          </a:solidFill>
          <a:ln w="12700">
            <a:solidFill>
              <a:srgbClr val="479DBB">
                <a:alpha val="0"/>
              </a:srgbClr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792936" y="2628900"/>
            <a:ext cx="462643" cy="107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</a:t>
            </a:r>
            <a:endParaRPr lang="en-US" sz="825" dirty="0"/>
          </a:p>
        </p:txBody>
      </p:sp>
      <p:sp>
        <p:nvSpPr>
          <p:cNvPr id="90" name="Shape 88"/>
          <p:cNvSpPr/>
          <p:nvPr/>
        </p:nvSpPr>
        <p:spPr>
          <a:xfrm>
            <a:off x="444500" y="2762250"/>
            <a:ext cx="11303000" cy="0"/>
          </a:xfrm>
          <a:prstGeom prst="line">
            <a:avLst/>
          </a:prstGeom>
          <a:noFill/>
          <a:ln w="7620">
            <a:solidFill>
              <a:srgbClr val="DCE6F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08000" y="6464300"/>
            <a:ext cx="1270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3759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СОСТОЯНИЕ ЗАДАЧ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1905000" y="6489700"/>
            <a:ext cx="82550" cy="82550"/>
          </a:xfrm>
          <a:prstGeom prst="roundRect">
            <a:avLst>
              <a:gd name="adj" fmla="val 46154"/>
            </a:avLst>
          </a:prstGeom>
          <a:solidFill>
            <a:srgbClr val="71839F"/>
          </a:solidFill>
          <a:ln w="12700">
            <a:solidFill>
              <a:srgbClr val="71839F">
                <a:alpha val="0"/>
              </a:srgbClr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032000" y="6464300"/>
            <a:ext cx="95250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Ожидает</a:t>
            </a:r>
            <a:endParaRPr lang="en-US" sz="975" dirty="0"/>
          </a:p>
        </p:txBody>
      </p:sp>
      <p:sp>
        <p:nvSpPr>
          <p:cNvPr id="94" name="Shape 92"/>
          <p:cNvSpPr/>
          <p:nvPr/>
        </p:nvSpPr>
        <p:spPr>
          <a:xfrm>
            <a:off x="3143250" y="6489700"/>
            <a:ext cx="82550" cy="82550"/>
          </a:xfrm>
          <a:prstGeom prst="roundRect">
            <a:avLst>
              <a:gd name="adj" fmla="val 46154"/>
            </a:avLst>
          </a:prstGeom>
          <a:solidFill>
            <a:srgbClr val="477CE3"/>
          </a:solidFill>
          <a:ln w="12700">
            <a:solidFill>
              <a:srgbClr val="477CE3">
                <a:alpha val="0"/>
              </a:srgbClr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270250" y="6464300"/>
            <a:ext cx="95250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В работе</a:t>
            </a:r>
            <a:endParaRPr lang="en-US" sz="975" dirty="0"/>
          </a:p>
        </p:txBody>
      </p:sp>
      <p:sp>
        <p:nvSpPr>
          <p:cNvPr id="96" name="Shape 94"/>
          <p:cNvSpPr/>
          <p:nvPr/>
        </p:nvSpPr>
        <p:spPr>
          <a:xfrm>
            <a:off x="4381500" y="6489700"/>
            <a:ext cx="82550" cy="82550"/>
          </a:xfrm>
          <a:prstGeom prst="roundRect">
            <a:avLst>
              <a:gd name="adj" fmla="val 46154"/>
            </a:avLst>
          </a:prstGeom>
          <a:solidFill>
            <a:srgbClr val="7165D9"/>
          </a:solidFill>
          <a:ln w="12700">
            <a:solidFill>
              <a:srgbClr val="7165D9">
                <a:alpha val="0"/>
              </a:srgbClr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508500" y="6464300"/>
            <a:ext cx="95250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Выполнена</a:t>
            </a:r>
            <a:endParaRPr lang="en-US" sz="975" dirty="0"/>
          </a:p>
        </p:txBody>
      </p:sp>
      <p:sp>
        <p:nvSpPr>
          <p:cNvPr id="98" name="Shape 96"/>
          <p:cNvSpPr/>
          <p:nvPr/>
        </p:nvSpPr>
        <p:spPr>
          <a:xfrm>
            <a:off x="5619750" y="6489700"/>
            <a:ext cx="82550" cy="82550"/>
          </a:xfrm>
          <a:prstGeom prst="roundRect">
            <a:avLst>
              <a:gd name="adj" fmla="val 46154"/>
            </a:avLst>
          </a:prstGeom>
          <a:solidFill>
            <a:srgbClr val="479DBB"/>
          </a:solidFill>
          <a:ln w="12700">
            <a:solidFill>
              <a:srgbClr val="479DBB">
                <a:alpha val="0"/>
              </a:srgbClr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746750" y="6464300"/>
            <a:ext cx="95250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1B29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Текучка</a:t>
            </a:r>
            <a:endParaRPr lang="en-US" sz="975" dirty="0"/>
          </a:p>
        </p:txBody>
      </p:sp>
      <p:sp>
        <p:nvSpPr>
          <p:cNvPr id="100" name="Text 98"/>
          <p:cNvSpPr/>
          <p:nvPr/>
        </p:nvSpPr>
        <p:spPr>
          <a:xfrm>
            <a:off x="11176000" y="6464300"/>
            <a:ext cx="66675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3759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/ 1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График задач команды</dc:title>
  <dc:subject>План разработки страниц портала</dc:subject>
  <dc:creator>Планы разработки страниц</dc:creator>
  <cp:lastModifiedBy>Планы разработки страниц</cp:lastModifiedBy>
  <cp:revision>1</cp:revision>
  <dcterms:created xsi:type="dcterms:W3CDTF">2026-09-24T06:39:23Z</dcterms:created>
  <dcterms:modified xsi:type="dcterms:W3CDTF">2026-09-24T06:39:23Z</dcterms:modified>
</cp:coreProperties>
</file>